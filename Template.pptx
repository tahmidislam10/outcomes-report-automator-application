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4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rah Houghton" initials="SH" lastIdx="3" clrIdx="0">
    <p:extLst>
      <p:ext uri="{19B8F6BF-5375-455C-9EA6-DF929625EA0E}">
        <p15:presenceInfo xmlns:p15="http://schemas.microsoft.com/office/powerpoint/2012/main" userId="S::Sarah.Houghton@place2be.org.uk::bf5d41a9-338e-477d-b362-905349616a9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00D"/>
    <a:srgbClr val="A7C94A"/>
    <a:srgbClr val="AAD6E3"/>
    <a:srgbClr val="A197C5"/>
    <a:srgbClr val="F7BF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>
        <p:guide orient="horz" pos="124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hmid Islam" userId="ee3da568-51aa-4083-8048-92e1cacdf718" providerId="ADAL" clId="{5376C3DE-F5F9-4FDF-9160-3F846D2B4F23}"/>
    <pc:docChg chg="addSld">
      <pc:chgData name="Tahmid Islam" userId="ee3da568-51aa-4083-8048-92e1cacdf718" providerId="ADAL" clId="{5376C3DE-F5F9-4FDF-9160-3F846D2B4F23}" dt="2024-06-19T16:41:12.334" v="0" actId="680"/>
      <pc:docMkLst>
        <pc:docMk/>
      </pc:docMkLst>
      <pc:sldChg chg="new">
        <pc:chgData name="Tahmid Islam" userId="ee3da568-51aa-4083-8048-92e1cacdf718" providerId="ADAL" clId="{5376C3DE-F5F9-4FDF-9160-3F846D2B4F23}" dt="2024-06-19T16:41:12.334" v="0" actId="680"/>
        <pc:sldMkLst>
          <pc:docMk/>
          <pc:sldMk cId="3142887166" sldId="256"/>
        </pc:sldMkLst>
      </pc:sldChg>
    </pc:docChg>
  </pc:docChgLst>
  <pc:docChgLst>
    <pc:chgData name="Amy Capel" userId="c4432f87-a23c-41d1-b53e-1dd1e660c765" providerId="ADAL" clId="{0A8D0B75-6E40-475E-A919-1CD1D5D4D0DE}"/>
    <pc:docChg chg="custSel addSld delSld modSld">
      <pc:chgData name="Amy Capel" userId="c4432f87-a23c-41d1-b53e-1dd1e660c765" providerId="ADAL" clId="{0A8D0B75-6E40-475E-A919-1CD1D5D4D0DE}" dt="2023-10-25T12:16:11.214" v="3" actId="47"/>
      <pc:docMkLst>
        <pc:docMk/>
      </pc:docMkLst>
      <pc:sldChg chg="addSp modSp new del mod modClrScheme chgLayout">
        <pc:chgData name="Amy Capel" userId="c4432f87-a23c-41d1-b53e-1dd1e660c765" providerId="ADAL" clId="{0A8D0B75-6E40-475E-A919-1CD1D5D4D0DE}" dt="2023-10-25T12:16:11.214" v="3" actId="47"/>
        <pc:sldMkLst>
          <pc:docMk/>
          <pc:sldMk cId="2196517594" sldId="256"/>
        </pc:sldMkLst>
        <pc:spChg chg="add mod">
          <ac:chgData name="Amy Capel" userId="c4432f87-a23c-41d1-b53e-1dd1e660c765" providerId="ADAL" clId="{0A8D0B75-6E40-475E-A919-1CD1D5D4D0DE}" dt="2023-10-25T12:15:36.759" v="2" actId="700"/>
          <ac:spMkLst>
            <pc:docMk/>
            <pc:sldMk cId="2196517594" sldId="256"/>
            <ac:spMk id="2" creationId="{CEF3167D-FE27-3264-A0BC-56A072E93E64}"/>
          </ac:spMkLst>
        </pc:spChg>
        <pc:spChg chg="add mod">
          <ac:chgData name="Amy Capel" userId="c4432f87-a23c-41d1-b53e-1dd1e660c765" providerId="ADAL" clId="{0A8D0B75-6E40-475E-A919-1CD1D5D4D0DE}" dt="2023-10-25T12:15:36.759" v="2" actId="700"/>
          <ac:spMkLst>
            <pc:docMk/>
            <pc:sldMk cId="2196517594" sldId="256"/>
            <ac:spMk id="3" creationId="{C8A43719-90A3-6BCF-E638-5818095FBB3D}"/>
          </ac:spMkLst>
        </pc:spChg>
      </pc:sldChg>
      <pc:sldChg chg="del">
        <pc:chgData name="Amy Capel" userId="c4432f87-a23c-41d1-b53e-1dd1e660c765" providerId="ADAL" clId="{0A8D0B75-6E40-475E-A919-1CD1D5D4D0DE}" dt="2023-10-18T15:42:55.128" v="0" actId="47"/>
        <pc:sldMkLst>
          <pc:docMk/>
          <pc:sldMk cId="1256256477" sldId="257"/>
        </pc:sldMkLst>
      </pc:sldChg>
      <pc:sldChg chg="del">
        <pc:chgData name="Amy Capel" userId="c4432f87-a23c-41d1-b53e-1dd1e660c765" providerId="ADAL" clId="{0A8D0B75-6E40-475E-A919-1CD1D5D4D0DE}" dt="2023-10-18T15:42:55.128" v="0" actId="47"/>
        <pc:sldMkLst>
          <pc:docMk/>
          <pc:sldMk cId="2065154561" sldId="258"/>
        </pc:sldMkLst>
      </pc:sldChg>
      <pc:sldChg chg="del">
        <pc:chgData name="Amy Capel" userId="c4432f87-a23c-41d1-b53e-1dd1e660c765" providerId="ADAL" clId="{0A8D0B75-6E40-475E-A919-1CD1D5D4D0DE}" dt="2023-10-18T15:42:55.128" v="0" actId="47"/>
        <pc:sldMkLst>
          <pc:docMk/>
          <pc:sldMk cId="2137129391" sldId="259"/>
        </pc:sldMkLst>
      </pc:sldChg>
      <pc:sldChg chg="del">
        <pc:chgData name="Amy Capel" userId="c4432f87-a23c-41d1-b53e-1dd1e660c765" providerId="ADAL" clId="{0A8D0B75-6E40-475E-A919-1CD1D5D4D0DE}" dt="2023-10-18T15:42:55.128" v="0" actId="47"/>
        <pc:sldMkLst>
          <pc:docMk/>
          <pc:sldMk cId="3687198224" sldId="260"/>
        </pc:sldMkLst>
      </pc:sldChg>
      <pc:sldChg chg="del">
        <pc:chgData name="Amy Capel" userId="c4432f87-a23c-41d1-b53e-1dd1e660c765" providerId="ADAL" clId="{0A8D0B75-6E40-475E-A919-1CD1D5D4D0DE}" dt="2023-10-18T15:42:55.128" v="0" actId="47"/>
        <pc:sldMkLst>
          <pc:docMk/>
          <pc:sldMk cId="1656244094" sldId="261"/>
        </pc:sldMkLst>
      </pc:sldChg>
      <pc:sldChg chg="del">
        <pc:chgData name="Amy Capel" userId="c4432f87-a23c-41d1-b53e-1dd1e660c765" providerId="ADAL" clId="{0A8D0B75-6E40-475E-A919-1CD1D5D4D0DE}" dt="2023-10-18T15:42:55.128" v="0" actId="47"/>
        <pc:sldMkLst>
          <pc:docMk/>
          <pc:sldMk cId="1547474145" sldId="262"/>
        </pc:sldMkLst>
      </pc:sldChg>
      <pc:sldChg chg="del">
        <pc:chgData name="Amy Capel" userId="c4432f87-a23c-41d1-b53e-1dd1e660c765" providerId="ADAL" clId="{0A8D0B75-6E40-475E-A919-1CD1D5D4D0DE}" dt="2023-10-18T15:42:55.128" v="0" actId="47"/>
        <pc:sldMkLst>
          <pc:docMk/>
          <pc:sldMk cId="33608910" sldId="265"/>
        </pc:sldMkLst>
      </pc:sldChg>
      <pc:sldChg chg="del">
        <pc:chgData name="Amy Capel" userId="c4432f87-a23c-41d1-b53e-1dd1e660c765" providerId="ADAL" clId="{0A8D0B75-6E40-475E-A919-1CD1D5D4D0DE}" dt="2023-10-18T15:42:55.128" v="0" actId="47"/>
        <pc:sldMkLst>
          <pc:docMk/>
          <pc:sldMk cId="1008814051" sldId="274"/>
        </pc:sldMkLst>
      </pc:sldChg>
      <pc:sldChg chg="del">
        <pc:chgData name="Amy Capel" userId="c4432f87-a23c-41d1-b53e-1dd1e660c765" providerId="ADAL" clId="{0A8D0B75-6E40-475E-A919-1CD1D5D4D0DE}" dt="2023-10-18T15:42:55.128" v="0" actId="47"/>
        <pc:sldMkLst>
          <pc:docMk/>
          <pc:sldMk cId="383587056" sldId="282"/>
        </pc:sldMkLst>
      </pc:sldChg>
      <pc:sldChg chg="del">
        <pc:chgData name="Amy Capel" userId="c4432f87-a23c-41d1-b53e-1dd1e660c765" providerId="ADAL" clId="{0A8D0B75-6E40-475E-A919-1CD1D5D4D0DE}" dt="2023-10-18T15:42:55.128" v="0" actId="47"/>
        <pc:sldMkLst>
          <pc:docMk/>
          <pc:sldMk cId="1731017357" sldId="283"/>
        </pc:sldMkLst>
      </pc:sldChg>
      <pc:sldChg chg="del">
        <pc:chgData name="Amy Capel" userId="c4432f87-a23c-41d1-b53e-1dd1e660c765" providerId="ADAL" clId="{0A8D0B75-6E40-475E-A919-1CD1D5D4D0DE}" dt="2023-10-18T15:42:55.128" v="0" actId="47"/>
        <pc:sldMkLst>
          <pc:docMk/>
          <pc:sldMk cId="1945778524" sldId="284"/>
        </pc:sldMkLst>
      </pc:sldChg>
      <pc:sldChg chg="del">
        <pc:chgData name="Amy Capel" userId="c4432f87-a23c-41d1-b53e-1dd1e660c765" providerId="ADAL" clId="{0A8D0B75-6E40-475E-A919-1CD1D5D4D0DE}" dt="2023-10-18T15:42:55.128" v="0" actId="47"/>
        <pc:sldMkLst>
          <pc:docMk/>
          <pc:sldMk cId="191059931" sldId="285"/>
        </pc:sldMkLst>
      </pc:sldChg>
      <pc:sldChg chg="del">
        <pc:chgData name="Amy Capel" userId="c4432f87-a23c-41d1-b53e-1dd1e660c765" providerId="ADAL" clId="{0A8D0B75-6E40-475E-A919-1CD1D5D4D0DE}" dt="2023-10-18T15:42:55.128" v="0" actId="47"/>
        <pc:sldMkLst>
          <pc:docMk/>
          <pc:sldMk cId="3382503859" sldId="286"/>
        </pc:sldMkLst>
      </pc:sldChg>
      <pc:sldChg chg="del">
        <pc:chgData name="Amy Capel" userId="c4432f87-a23c-41d1-b53e-1dd1e660c765" providerId="ADAL" clId="{0A8D0B75-6E40-475E-A919-1CD1D5D4D0DE}" dt="2023-10-18T15:42:55.128" v="0" actId="47"/>
        <pc:sldMkLst>
          <pc:docMk/>
          <pc:sldMk cId="3582186640" sldId="287"/>
        </pc:sldMkLst>
      </pc:sldChg>
      <pc:sldChg chg="del">
        <pc:chgData name="Amy Capel" userId="c4432f87-a23c-41d1-b53e-1dd1e660c765" providerId="ADAL" clId="{0A8D0B75-6E40-475E-A919-1CD1D5D4D0DE}" dt="2023-10-18T15:42:55.128" v="0" actId="47"/>
        <pc:sldMkLst>
          <pc:docMk/>
          <pc:sldMk cId="2510085731" sldId="288"/>
        </pc:sldMkLst>
      </pc:sldChg>
      <pc:sldChg chg="del">
        <pc:chgData name="Amy Capel" userId="c4432f87-a23c-41d1-b53e-1dd1e660c765" providerId="ADAL" clId="{0A8D0B75-6E40-475E-A919-1CD1D5D4D0DE}" dt="2023-10-18T15:42:55.128" v="0" actId="47"/>
        <pc:sldMkLst>
          <pc:docMk/>
          <pc:sldMk cId="3187130669" sldId="289"/>
        </pc:sldMkLst>
      </pc:sldChg>
      <pc:sldChg chg="del">
        <pc:chgData name="Amy Capel" userId="c4432f87-a23c-41d1-b53e-1dd1e660c765" providerId="ADAL" clId="{0A8D0B75-6E40-475E-A919-1CD1D5D4D0DE}" dt="2023-10-18T15:42:55.128" v="0" actId="47"/>
        <pc:sldMkLst>
          <pc:docMk/>
          <pc:sldMk cId="946671722" sldId="29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7F7412-AE68-4D6C-87D1-F6238CB01B96}" type="datetimeFigureOut">
              <a:rPr lang="en-GB" smtClean="0"/>
              <a:t>19/06/2024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10B0E2-D7A0-4D5D-98B7-7785F82BE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55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Cover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TB7159_Logo_RGB.wmf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96327" y="1429327"/>
            <a:ext cx="3999346" cy="39993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Cover -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TB7159_Logo_RGB.wmf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96327" y="1429327"/>
            <a:ext cx="3999346" cy="39993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Cover - 3">
    <p:bg>
      <p:bgPr>
        <a:solidFill>
          <a:srgbClr val="F8C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TB7159_Logo_RGB.wmf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96327" y="1429327"/>
            <a:ext cx="3999346" cy="39993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- Short Headlin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274978-62A6-6744-B3B9-CB4BA9F8CF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1619" cy="6858000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8E6C3AD-6237-4801-85B0-C7AF10742A52}"/>
              </a:ext>
            </a:extLst>
          </p:cNvPr>
          <p:cNvSpPr/>
          <p:nvPr/>
        </p:nvSpPr>
        <p:spPr>
          <a:xfrm>
            <a:off x="6472436" y="3689041"/>
            <a:ext cx="5719564" cy="2035783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4E8009-5AE7-42C4-9A68-2880E97CF0C1}"/>
              </a:ext>
            </a:extLst>
          </p:cNvPr>
          <p:cNvSpPr/>
          <p:nvPr/>
        </p:nvSpPr>
        <p:spPr>
          <a:xfrm>
            <a:off x="8504706" y="3689041"/>
            <a:ext cx="3686914" cy="203578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4ED306-6AE8-45BA-82BA-63595D2F568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832210" y="4020856"/>
            <a:ext cx="2883540" cy="1174663"/>
          </a:xfrm>
        </p:spPr>
        <p:txBody>
          <a:bodyPr anchor="b"/>
          <a:lstStyle>
            <a:lvl1pPr algn="l">
              <a:defRPr sz="4000" spc="-1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SHORT HEADLINE</a:t>
            </a:r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8698F3-B037-4C83-834B-2B903759B83F}"/>
              </a:ext>
            </a:extLst>
          </p:cNvPr>
          <p:cNvCxnSpPr>
            <a:cxnSpLocks/>
          </p:cNvCxnSpPr>
          <p:nvPr/>
        </p:nvCxnSpPr>
        <p:spPr>
          <a:xfrm>
            <a:off x="8879457" y="5302370"/>
            <a:ext cx="28362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ABD79DF-B753-4B6C-B084-5ADBF2D5A3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92024" y="5387564"/>
            <a:ext cx="1329773" cy="161682"/>
          </a:xfrm>
        </p:spPr>
        <p:txBody>
          <a:bodyPr/>
          <a:lstStyle>
            <a:lvl1pPr>
              <a:lnSpc>
                <a:spcPct val="100000"/>
              </a:lnSpc>
              <a:defRPr sz="9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/>
              <a:t>Day Month Year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3DBB731-1D5B-4465-8518-7BFCEB7DF7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395403" y="5387564"/>
            <a:ext cx="1320347" cy="161682"/>
          </a:xfrm>
        </p:spPr>
        <p:txBody>
          <a:bodyPr/>
          <a:lstStyle>
            <a:lvl1pPr>
              <a:lnSpc>
                <a:spcPct val="100000"/>
              </a:lnSpc>
              <a:defRPr sz="9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/>
              <a:t>Author name here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5EE03A2-15A1-4DE6-80D8-F946E8D645A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91484" y="3910695"/>
            <a:ext cx="1597019" cy="159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78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- Short Headline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7EE067-4ED1-0845-845E-945AC24BC53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58"/>
          <a:stretch/>
        </p:blipFill>
        <p:spPr>
          <a:xfrm flipH="1">
            <a:off x="0" y="1"/>
            <a:ext cx="12191620" cy="6858000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8E6C3AD-6237-4801-85B0-C7AF10742A52}"/>
              </a:ext>
            </a:extLst>
          </p:cNvPr>
          <p:cNvSpPr/>
          <p:nvPr/>
        </p:nvSpPr>
        <p:spPr>
          <a:xfrm>
            <a:off x="6472436" y="3689041"/>
            <a:ext cx="5719564" cy="2035783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4E8009-5AE7-42C4-9A68-2880E97CF0C1}"/>
              </a:ext>
            </a:extLst>
          </p:cNvPr>
          <p:cNvSpPr/>
          <p:nvPr/>
        </p:nvSpPr>
        <p:spPr>
          <a:xfrm>
            <a:off x="8504706" y="3689041"/>
            <a:ext cx="3686914" cy="2035783"/>
          </a:xfrm>
          <a:prstGeom prst="rect">
            <a:avLst/>
          </a:prstGeom>
          <a:solidFill>
            <a:srgbClr val="159B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4ED306-6AE8-45BA-82BA-63595D2F568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832210" y="4020856"/>
            <a:ext cx="2883540" cy="1174663"/>
          </a:xfrm>
        </p:spPr>
        <p:txBody>
          <a:bodyPr anchor="b"/>
          <a:lstStyle>
            <a:lvl1pPr algn="l">
              <a:defRPr sz="4000" spc="-1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SHORT HEADLINE</a:t>
            </a:r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8698F3-B037-4C83-834B-2B903759B83F}"/>
              </a:ext>
            </a:extLst>
          </p:cNvPr>
          <p:cNvCxnSpPr>
            <a:cxnSpLocks/>
          </p:cNvCxnSpPr>
          <p:nvPr/>
        </p:nvCxnSpPr>
        <p:spPr>
          <a:xfrm>
            <a:off x="8879457" y="5302370"/>
            <a:ext cx="28362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ABD79DF-B753-4B6C-B084-5ADBF2D5A3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92024" y="5387564"/>
            <a:ext cx="1329773" cy="161682"/>
          </a:xfrm>
        </p:spPr>
        <p:txBody>
          <a:bodyPr/>
          <a:lstStyle>
            <a:lvl1pPr>
              <a:lnSpc>
                <a:spcPct val="100000"/>
              </a:lnSpc>
              <a:defRPr sz="9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/>
              <a:t>Day Month Year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3DBB731-1D5B-4465-8518-7BFCEB7DF7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395403" y="5387564"/>
            <a:ext cx="1320347" cy="161682"/>
          </a:xfrm>
        </p:spPr>
        <p:txBody>
          <a:bodyPr/>
          <a:lstStyle>
            <a:lvl1pPr>
              <a:lnSpc>
                <a:spcPct val="100000"/>
              </a:lnSpc>
              <a:defRPr sz="9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/>
              <a:t>Author name here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5EE03A2-15A1-4DE6-80D8-F946E8D645A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91484" y="3910695"/>
            <a:ext cx="1597019" cy="159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334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- Short Headline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AA6B87-3E79-6748-B13D-2236CE0602F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260" y="1"/>
            <a:ext cx="12184740" cy="6858000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8E6C3AD-6237-4801-85B0-C7AF10742A52}"/>
              </a:ext>
            </a:extLst>
          </p:cNvPr>
          <p:cNvSpPr/>
          <p:nvPr/>
        </p:nvSpPr>
        <p:spPr>
          <a:xfrm>
            <a:off x="6472436" y="3689041"/>
            <a:ext cx="5719564" cy="2035783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4E8009-5AE7-42C4-9A68-2880E97CF0C1}"/>
              </a:ext>
            </a:extLst>
          </p:cNvPr>
          <p:cNvSpPr/>
          <p:nvPr/>
        </p:nvSpPr>
        <p:spPr>
          <a:xfrm>
            <a:off x="8504706" y="3689041"/>
            <a:ext cx="3686914" cy="203578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4ED306-6AE8-45BA-82BA-63595D2F568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832210" y="4020856"/>
            <a:ext cx="2883540" cy="1174663"/>
          </a:xfrm>
        </p:spPr>
        <p:txBody>
          <a:bodyPr anchor="b"/>
          <a:lstStyle>
            <a:lvl1pPr algn="l">
              <a:defRPr sz="4000" spc="-1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SHORT HEADLINE</a:t>
            </a:r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8698F3-B037-4C83-834B-2B903759B83F}"/>
              </a:ext>
            </a:extLst>
          </p:cNvPr>
          <p:cNvCxnSpPr>
            <a:cxnSpLocks/>
          </p:cNvCxnSpPr>
          <p:nvPr/>
        </p:nvCxnSpPr>
        <p:spPr>
          <a:xfrm>
            <a:off x="8879457" y="5302370"/>
            <a:ext cx="28362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ABD79DF-B753-4B6C-B084-5ADBF2D5A3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92024" y="5387564"/>
            <a:ext cx="1329773" cy="161682"/>
          </a:xfrm>
        </p:spPr>
        <p:txBody>
          <a:bodyPr/>
          <a:lstStyle>
            <a:lvl1pPr>
              <a:lnSpc>
                <a:spcPct val="100000"/>
              </a:lnSpc>
              <a:defRPr sz="9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/>
              <a:t>Day Month Year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3DBB731-1D5B-4465-8518-7BFCEB7DF7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395403" y="5387564"/>
            <a:ext cx="1320347" cy="161682"/>
          </a:xfrm>
        </p:spPr>
        <p:txBody>
          <a:bodyPr/>
          <a:lstStyle>
            <a:lvl1pPr>
              <a:lnSpc>
                <a:spcPct val="100000"/>
              </a:lnSpc>
              <a:defRPr sz="9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/>
              <a:t>Author name here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5EE03A2-15A1-4DE6-80D8-F946E8D645A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91484" y="3910695"/>
            <a:ext cx="1597019" cy="159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564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- Long Headlin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F3EF2E9-A0E7-B54B-8644-46B0BE3505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5764" y="0"/>
            <a:ext cx="12192000" cy="6858000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8E6C3AD-6237-4801-85B0-C7AF10742A52}"/>
              </a:ext>
            </a:extLst>
          </p:cNvPr>
          <p:cNvSpPr/>
          <p:nvPr/>
        </p:nvSpPr>
        <p:spPr>
          <a:xfrm>
            <a:off x="5871188" y="3689041"/>
            <a:ext cx="5719564" cy="2035783"/>
          </a:xfrm>
          <a:prstGeom prst="roundRect">
            <a:avLst>
              <a:gd name="adj" fmla="val 539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4E8009-5AE7-42C4-9A68-2880E97CF0C1}"/>
              </a:ext>
            </a:extLst>
          </p:cNvPr>
          <p:cNvSpPr/>
          <p:nvPr/>
        </p:nvSpPr>
        <p:spPr>
          <a:xfrm>
            <a:off x="7903458" y="3689041"/>
            <a:ext cx="4288542" cy="203578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4ED306-6AE8-45BA-82BA-63595D2F568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76969" y="3847382"/>
            <a:ext cx="3438781" cy="1365391"/>
          </a:xfrm>
        </p:spPr>
        <p:txBody>
          <a:bodyPr anchor="b"/>
          <a:lstStyle>
            <a:lvl1pPr algn="l">
              <a:lnSpc>
                <a:spcPct val="85000"/>
              </a:lnSpc>
              <a:defRPr sz="3200" spc="-13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Longer headline spanning over </a:t>
            </a:r>
            <a:br>
              <a:rPr lang="en-US"/>
            </a:br>
            <a:r>
              <a:rPr lang="en-US"/>
              <a:t>three lines</a:t>
            </a:r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8698F3-B037-4C83-834B-2B903759B83F}"/>
              </a:ext>
            </a:extLst>
          </p:cNvPr>
          <p:cNvCxnSpPr>
            <a:cxnSpLocks/>
          </p:cNvCxnSpPr>
          <p:nvPr/>
        </p:nvCxnSpPr>
        <p:spPr>
          <a:xfrm>
            <a:off x="8278209" y="5302370"/>
            <a:ext cx="28362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ABD79DF-B753-4B6C-B084-5ADBF2D5A3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0776" y="5387564"/>
            <a:ext cx="1329773" cy="161682"/>
          </a:xfrm>
        </p:spPr>
        <p:txBody>
          <a:bodyPr/>
          <a:lstStyle>
            <a:lvl1pPr>
              <a:lnSpc>
                <a:spcPct val="100000"/>
              </a:lnSpc>
              <a:defRPr sz="9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/>
              <a:t>Day Month Year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3DBB731-1D5B-4465-8518-7BFCEB7DF7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94155" y="5387564"/>
            <a:ext cx="1329773" cy="161682"/>
          </a:xfrm>
        </p:spPr>
        <p:txBody>
          <a:bodyPr/>
          <a:lstStyle>
            <a:lvl1pPr>
              <a:lnSpc>
                <a:spcPct val="100000"/>
              </a:lnSpc>
              <a:defRPr sz="9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/>
              <a:t>Author name here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5EE03A2-15A1-4DE6-80D8-F946E8D645A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0236" y="3910695"/>
            <a:ext cx="1597019" cy="159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8466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Page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B1396-6429-4524-9C8C-BFB96197B8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075" y="1619481"/>
            <a:ext cx="11242675" cy="1531344"/>
          </a:xfrm>
        </p:spPr>
        <p:txBody>
          <a:bodyPr anchor="t" anchorCtr="0"/>
          <a:lstStyle>
            <a:lvl1pPr marL="1152000" indent="-1152000">
              <a:lnSpc>
                <a:spcPts val="4900"/>
              </a:lnSpc>
              <a:tabLst>
                <a:tab pos="1152000" algn="l"/>
              </a:tabLst>
              <a:defRPr sz="5400" b="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X.X	Divider Page title</a:t>
            </a:r>
            <a:endParaRPr lang="en-GB"/>
          </a:p>
        </p:txBody>
      </p:sp>
      <p:pic>
        <p:nvPicPr>
          <p:cNvPr id="5" name="Picture 4" descr="Blue.png">
            <a:extLst>
              <a:ext uri="{FF2B5EF4-FFF2-40B4-BE49-F238E27FC236}">
                <a16:creationId xmlns:a16="http://schemas.microsoft.com/office/drawing/2014/main" id="{58C912E9-12EF-E442-B4B1-3283EAFA1AC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84168"/>
            <a:ext cx="12192000" cy="367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808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Page 2">
    <p:bg>
      <p:bgPr>
        <a:solidFill>
          <a:srgbClr val="FFF6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B1396-6429-4524-9C8C-BFB96197B8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075" y="1619481"/>
            <a:ext cx="11242675" cy="1531344"/>
          </a:xfrm>
        </p:spPr>
        <p:txBody>
          <a:bodyPr anchor="t" anchorCtr="0"/>
          <a:lstStyle>
            <a:lvl1pPr marL="1152000" indent="-1152000">
              <a:lnSpc>
                <a:spcPts val="4900"/>
              </a:lnSpc>
              <a:tabLst>
                <a:tab pos="1152000" algn="l"/>
              </a:tabLst>
              <a:defRPr sz="5400" b="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X.X	Divider Page title</a:t>
            </a:r>
            <a:endParaRPr lang="en-GB"/>
          </a:p>
        </p:txBody>
      </p:sp>
      <p:pic>
        <p:nvPicPr>
          <p:cNvPr id="3" name="Picture 2" descr="PTB7571_PPT_template_v2-1_20182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225319"/>
            <a:ext cx="12192000" cy="363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108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Page 3">
    <p:bg>
      <p:bgPr>
        <a:solidFill>
          <a:srgbClr val="D4E4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B1396-6429-4524-9C8C-BFB96197B8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075" y="1619481"/>
            <a:ext cx="11242675" cy="1531344"/>
          </a:xfrm>
        </p:spPr>
        <p:txBody>
          <a:bodyPr anchor="t" anchorCtr="0"/>
          <a:lstStyle>
            <a:lvl1pPr marL="1152000" indent="-1152000">
              <a:lnSpc>
                <a:spcPts val="4900"/>
              </a:lnSpc>
              <a:tabLst>
                <a:tab pos="1152000" algn="l"/>
              </a:tabLst>
              <a:defRPr sz="5400" b="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X.X	Divider Page title</a:t>
            </a:r>
            <a:endParaRPr lang="en-GB"/>
          </a:p>
        </p:txBody>
      </p:sp>
      <p:pic>
        <p:nvPicPr>
          <p:cNvPr id="3" name="Picture 2" descr="lin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202458"/>
            <a:ext cx="12192000" cy="365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51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Divider Page 3">
    <p:bg>
      <p:bgPr>
        <a:solidFill>
          <a:srgbClr val="499C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B1396-6429-4524-9C8C-BFB96197B8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075" y="1619481"/>
            <a:ext cx="11242675" cy="1531344"/>
          </a:xfrm>
        </p:spPr>
        <p:txBody>
          <a:bodyPr anchor="t" anchorCtr="0"/>
          <a:lstStyle>
            <a:lvl1pPr marL="1152000" indent="-1152000">
              <a:lnSpc>
                <a:spcPts val="4900"/>
              </a:lnSpc>
              <a:tabLst>
                <a:tab pos="1152000" algn="l"/>
              </a:tabLst>
              <a:defRPr sz="54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X.X	Divider Page title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BB0BC0-0C4C-324E-955E-C93BD4E4492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588" y="3198570"/>
            <a:ext cx="12192000" cy="365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049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Divider Page 3">
    <p:bg>
      <p:bgPr>
        <a:solidFill>
          <a:srgbClr val="2B65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B1396-6429-4524-9C8C-BFB96197B8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075" y="1619481"/>
            <a:ext cx="11242675" cy="1531344"/>
          </a:xfrm>
        </p:spPr>
        <p:txBody>
          <a:bodyPr anchor="t" anchorCtr="0"/>
          <a:lstStyle>
            <a:lvl1pPr marL="1152000" indent="-1152000">
              <a:lnSpc>
                <a:spcPts val="4900"/>
              </a:lnSpc>
              <a:tabLst>
                <a:tab pos="1152000" algn="l"/>
              </a:tabLst>
              <a:defRPr sz="54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X.X	Divider Page title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8319ED-CAC1-4743-992E-635EF85812D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588" y="3198570"/>
            <a:ext cx="12192000" cy="365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52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BBA37-8460-42E1-A463-C015C167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8A44C-0EF4-48D2-ABD5-FC994F2E8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E0CBD-842A-4507-B1CE-DBC349086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20" y="6248745"/>
            <a:ext cx="7229714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A1614-5072-4F51-AAE8-F747A75D7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597D-C8B9-44C5-A09C-0EB10108008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6353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BBA37-8460-42E1-A463-C015C167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8A44C-0EF4-48D2-ABD5-FC994F2E8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074" y="1828800"/>
            <a:ext cx="5461200" cy="4197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E0CBD-842A-4507-B1CE-DBC349086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A1614-5072-4F51-AAE8-F747A75D7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597D-C8B9-44C5-A09C-0EB10108008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5F087A2-23FB-4292-8D98-4E8B148ABD9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45695" y="1828800"/>
            <a:ext cx="5461200" cy="4197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75189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BBA37-8460-42E1-A463-C015C167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8A44C-0EF4-48D2-ABD5-FC994F2E8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075" y="1828800"/>
            <a:ext cx="3526047" cy="4197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E0CBD-842A-4507-B1CE-DBC349086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A1614-5072-4F51-AAE8-F747A75D7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597D-C8B9-44C5-A09C-0EB10108008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5F087A2-23FB-4292-8D98-4E8B148ABD9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26962" y="1828800"/>
            <a:ext cx="3526047" cy="4197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5FC050D-E386-40B0-A9F7-1234898DFA1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80848" y="1828800"/>
            <a:ext cx="3526047" cy="4197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03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Column and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BBA37-8460-42E1-A463-C015C167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8A44C-0EF4-48D2-ABD5-FC994F2E8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075" y="1828800"/>
            <a:ext cx="3526047" cy="4197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E0CBD-842A-4507-B1CE-DBC349086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A1614-5072-4F51-AAE8-F747A75D7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597D-C8B9-44C5-A09C-0EB10108008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5F087A2-23FB-4292-8D98-4E8B148ABD9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26962" y="1828800"/>
            <a:ext cx="7379933" cy="4197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17370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Column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BBA37-8460-42E1-A463-C015C167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8A44C-0EF4-48D2-ABD5-FC994F2E8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075" y="1828800"/>
            <a:ext cx="3472760" cy="4197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E0CBD-842A-4507-B1CE-DBC349086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A1614-5072-4F51-AAE8-F747A75D7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597D-C8B9-44C5-A09C-0EB10108008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A50F349-4713-4E9C-9E54-4EA7E4DE41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94188" y="1828800"/>
            <a:ext cx="7424737" cy="3736975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A7B079-0FFB-4956-8417-F3070E4730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94188" y="5651086"/>
            <a:ext cx="7412707" cy="375141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</a:lstStyle>
          <a:p>
            <a:pPr lvl="0"/>
            <a:r>
              <a:rPr lang="en-GB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11245970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rg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BBA37-8460-42E1-A463-C015C167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8A44C-0EF4-48D2-ABD5-FC994F2E89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3075" y="1736440"/>
            <a:ext cx="11233820" cy="4095827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 marL="360000" indent="-360000">
              <a:lnSpc>
                <a:spcPct val="95000"/>
              </a:lnSpc>
              <a:buFont typeface="Arial" panose="020B0604020202020204" pitchFamily="34" charset="0"/>
              <a:buChar char="•"/>
              <a:defRPr sz="3200">
                <a:latin typeface="+mj-lt"/>
              </a:defRPr>
            </a:lvl3pPr>
            <a:lvl4pPr marL="720000" indent="-360000">
              <a:lnSpc>
                <a:spcPct val="95000"/>
              </a:lnSpc>
              <a:buFont typeface="Arial" panose="020B0604020202020204" pitchFamily="34" charset="0"/>
              <a:buChar char="•"/>
              <a:defRPr sz="3200">
                <a:latin typeface="+mj-lt"/>
              </a:defRPr>
            </a:lvl4pPr>
            <a:lvl5pPr marL="1080000" indent="-360000">
              <a:lnSpc>
                <a:spcPct val="95000"/>
              </a:lnSpc>
              <a:buFont typeface="Arial" panose="020B0604020202020204" pitchFamily="34" charset="0"/>
              <a:buChar char="•"/>
              <a:defRPr sz="3200">
                <a:latin typeface="+mj-lt"/>
              </a:defRPr>
            </a:lvl5pPr>
          </a:lstStyle>
          <a:p>
            <a:pPr lvl="2"/>
            <a:r>
              <a:rPr lang="en-GB"/>
              <a:t>Large bullet point text goes here </a:t>
            </a:r>
          </a:p>
          <a:p>
            <a:pPr lvl="3"/>
            <a:r>
              <a:rPr lang="en-GB"/>
              <a:t>Large bullet point text goes here </a:t>
            </a:r>
          </a:p>
          <a:p>
            <a:pPr lvl="4"/>
            <a:r>
              <a:rPr lang="en-GB"/>
              <a:t>Large bullet point text goes here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E0CBD-842A-4507-B1CE-DBC349086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A1614-5072-4F51-AAE8-F747A75D7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3597D-C8B9-44C5-A09C-0EB10108008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1213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E632941-74B5-49DE-BA0F-04DA57FB08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29836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E5326B-3AB1-4A21-937A-999E10B26146}"/>
              </a:ext>
            </a:extLst>
          </p:cNvPr>
          <p:cNvSpPr/>
          <p:nvPr/>
        </p:nvSpPr>
        <p:spPr>
          <a:xfrm>
            <a:off x="0" y="0"/>
            <a:ext cx="4056611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CC1A0-63CE-45AE-8D00-20352F6741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4048" y="816881"/>
            <a:ext cx="3261001" cy="5187734"/>
          </a:xfrm>
        </p:spPr>
        <p:txBody>
          <a:bodyPr/>
          <a:lstStyle>
            <a:lvl1pPr marL="144000" indent="-144000">
              <a:lnSpc>
                <a:spcPct val="95000"/>
              </a:lnSpc>
              <a:defRPr sz="2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4000">
              <a:lnSpc>
                <a:spcPct val="95000"/>
              </a:lnSpc>
              <a:spcAft>
                <a:spcPts val="0"/>
              </a:spcAft>
              <a:defRPr sz="1050">
                <a:solidFill>
                  <a:schemeClr val="accent1"/>
                </a:solidFill>
                <a:latin typeface="+mn-lt"/>
              </a:defRPr>
            </a:lvl2pPr>
            <a:lvl3pPr marL="144000" indent="0">
              <a:lnSpc>
                <a:spcPct val="95000"/>
              </a:lnSpc>
              <a:spcBef>
                <a:spcPts val="0"/>
              </a:spcBef>
              <a:buNone/>
              <a:defRPr sz="1050">
                <a:solidFill>
                  <a:schemeClr val="accent1"/>
                </a:solidFill>
              </a:defRPr>
            </a:lvl3pPr>
          </a:lstStyle>
          <a:p>
            <a:pPr lvl="0"/>
            <a:r>
              <a:rPr lang="en-US"/>
              <a:t>“Click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4050506" y="0"/>
            <a:ext cx="8141494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8210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Quot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E5326B-3AB1-4A21-937A-999E10B26146}"/>
              </a:ext>
            </a:extLst>
          </p:cNvPr>
          <p:cNvSpPr/>
          <p:nvPr/>
        </p:nvSpPr>
        <p:spPr>
          <a:xfrm>
            <a:off x="0" y="0"/>
            <a:ext cx="4056611" cy="6858000"/>
          </a:xfrm>
          <a:prstGeom prst="rect">
            <a:avLst/>
          </a:prstGeom>
          <a:solidFill>
            <a:srgbClr val="A2D7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CC1A0-63CE-45AE-8D00-20352F6741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4048" y="816881"/>
            <a:ext cx="3261001" cy="5187734"/>
          </a:xfrm>
        </p:spPr>
        <p:txBody>
          <a:bodyPr/>
          <a:lstStyle>
            <a:lvl1pPr marL="144000" indent="-144000">
              <a:lnSpc>
                <a:spcPct val="95000"/>
              </a:lnSpc>
              <a:defRPr sz="2400" b="1">
                <a:solidFill>
                  <a:srgbClr val="296473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4000">
              <a:lnSpc>
                <a:spcPct val="95000"/>
              </a:lnSpc>
              <a:spcAft>
                <a:spcPts val="0"/>
              </a:spcAft>
              <a:defRPr sz="1050">
                <a:solidFill>
                  <a:srgbClr val="296473"/>
                </a:solidFill>
                <a:latin typeface="+mn-lt"/>
              </a:defRPr>
            </a:lvl2pPr>
            <a:lvl3pPr marL="144000" indent="0">
              <a:lnSpc>
                <a:spcPct val="95000"/>
              </a:lnSpc>
              <a:spcBef>
                <a:spcPts val="0"/>
              </a:spcBef>
              <a:buNone/>
              <a:defRPr sz="1050">
                <a:solidFill>
                  <a:srgbClr val="296473"/>
                </a:solidFill>
              </a:defRPr>
            </a:lvl3pPr>
          </a:lstStyle>
          <a:p>
            <a:pPr lvl="0"/>
            <a:r>
              <a:rPr lang="en-US"/>
              <a:t>“Click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4050506" y="0"/>
            <a:ext cx="8141494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5621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E5326B-3AB1-4A21-937A-999E10B26146}"/>
              </a:ext>
            </a:extLst>
          </p:cNvPr>
          <p:cNvSpPr/>
          <p:nvPr/>
        </p:nvSpPr>
        <p:spPr>
          <a:xfrm>
            <a:off x="0" y="0"/>
            <a:ext cx="4056611" cy="6858000"/>
          </a:xfrm>
          <a:prstGeom prst="rect">
            <a:avLst/>
          </a:prstGeom>
          <a:solidFill>
            <a:srgbClr val="FFE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CC1A0-63CE-45AE-8D00-20352F6741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4048" y="816881"/>
            <a:ext cx="3261001" cy="5187734"/>
          </a:xfrm>
        </p:spPr>
        <p:txBody>
          <a:bodyPr/>
          <a:lstStyle>
            <a:lvl1pPr marL="144000" indent="-144000">
              <a:lnSpc>
                <a:spcPct val="95000"/>
              </a:lnSpc>
              <a:defRPr sz="2400" b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4000">
              <a:lnSpc>
                <a:spcPct val="95000"/>
              </a:lnSpc>
              <a:spcAft>
                <a:spcPts val="0"/>
              </a:spcAft>
              <a:defRPr sz="1050">
                <a:solidFill>
                  <a:schemeClr val="accent5"/>
                </a:solidFill>
                <a:latin typeface="+mn-lt"/>
              </a:defRPr>
            </a:lvl2pPr>
            <a:lvl3pPr marL="144000" indent="0">
              <a:lnSpc>
                <a:spcPct val="95000"/>
              </a:lnSpc>
              <a:spcBef>
                <a:spcPts val="0"/>
              </a:spcBef>
              <a:buNone/>
              <a:defRPr sz="1050">
                <a:solidFill>
                  <a:schemeClr val="accent5"/>
                </a:solidFill>
              </a:defRPr>
            </a:lvl3pPr>
          </a:lstStyle>
          <a:p>
            <a:pPr lvl="0"/>
            <a:r>
              <a:rPr lang="en-US"/>
              <a:t>“Click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4050506" y="0"/>
            <a:ext cx="8141494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5404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">
    <p:bg>
      <p:bgPr>
        <a:solidFill>
          <a:srgbClr val="EDCE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BBA37-8460-42E1-A463-C015C16790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Contact information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8A44C-0EF4-48D2-ABD5-FC994F2E8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075" y="1828801"/>
            <a:ext cx="3526047" cy="1972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5F087A2-23FB-4292-8D98-4E8B148ABD9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26962" y="1828801"/>
            <a:ext cx="3526047" cy="1972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7F6D10-D8A1-4D58-9414-944E47882FDE}"/>
              </a:ext>
            </a:extLst>
          </p:cNvPr>
          <p:cNvCxnSpPr>
            <a:cxnSpLocks/>
          </p:cNvCxnSpPr>
          <p:nvPr/>
        </p:nvCxnSpPr>
        <p:spPr>
          <a:xfrm>
            <a:off x="473075" y="1484969"/>
            <a:ext cx="112426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lines2.pn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745"/>
          <a:stretch/>
        </p:blipFill>
        <p:spPr>
          <a:xfrm>
            <a:off x="0" y="4115320"/>
            <a:ext cx="12192000" cy="274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218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C6CA3C-6B17-495F-96FD-B707BE5DE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242371"/>
            <a:ext cx="11233820" cy="109601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Large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08BE8-5238-4693-946D-3A914F524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075" y="1828800"/>
            <a:ext cx="11233820" cy="41974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Vit, </a:t>
            </a:r>
            <a:r>
              <a:rPr lang="en-US" err="1"/>
              <a:t>odiorest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010FC-C1C0-4B23-A814-E9106E9F3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1971" y="6248745"/>
            <a:ext cx="2181340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CCD110-8B9A-4ED6-9173-4E940CA6FA0F}" type="datetimeFigureOut">
              <a:rPr lang="en-GB" smtClean="0"/>
              <a:pPr/>
              <a:t>19/06/2024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F1BFE-F6B8-4A70-B902-66ED6FCB7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5" y="6248745"/>
            <a:ext cx="7229599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Presentation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0C58D-6E44-438D-9687-2BC63FE4B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53311" y="6248745"/>
            <a:ext cx="1053584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3597D-C8B9-44C5-A09C-0EB10108008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3FDB3E-AE37-4EE9-8355-367D7DCF215B}"/>
              </a:ext>
            </a:extLst>
          </p:cNvPr>
          <p:cNvCxnSpPr>
            <a:cxnSpLocks/>
          </p:cNvCxnSpPr>
          <p:nvPr/>
        </p:nvCxnSpPr>
        <p:spPr>
          <a:xfrm>
            <a:off x="473075" y="1484969"/>
            <a:ext cx="11242675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BE9E455-3B51-4AEC-8FAF-F6E6DC1D398A}"/>
              </a:ext>
            </a:extLst>
          </p:cNvPr>
          <p:cNvCxnSpPr>
            <a:cxnSpLocks/>
          </p:cNvCxnSpPr>
          <p:nvPr/>
        </p:nvCxnSpPr>
        <p:spPr>
          <a:xfrm>
            <a:off x="1088136" y="6141376"/>
            <a:ext cx="10627614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A1DFDA4-FF06-B24B-8A4A-9210900660BC}"/>
              </a:ext>
            </a:extLst>
          </p:cNvPr>
          <p:cNvPicPr>
            <a:picLocks noChangeAspect="1"/>
          </p:cNvPicPr>
          <p:nvPr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075" y="6007523"/>
            <a:ext cx="527957" cy="52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3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49" r:id="rId4"/>
    <p:sldLayoutId id="2147483660" r:id="rId5"/>
    <p:sldLayoutId id="2147483662" r:id="rId6"/>
    <p:sldLayoutId id="2147483661" r:id="rId7"/>
    <p:sldLayoutId id="2147483651" r:id="rId8"/>
    <p:sldLayoutId id="2147483663" r:id="rId9"/>
    <p:sldLayoutId id="2147483664" r:id="rId10"/>
    <p:sldLayoutId id="2147483678" r:id="rId11"/>
    <p:sldLayoutId id="2147483679" r:id="rId12"/>
    <p:sldLayoutId id="2147483668" r:id="rId13"/>
    <p:sldLayoutId id="2147483671" r:id="rId14"/>
    <p:sldLayoutId id="2147483650" r:id="rId15"/>
    <p:sldLayoutId id="2147483674" r:id="rId16"/>
    <p:sldLayoutId id="2147483665" r:id="rId17"/>
    <p:sldLayoutId id="2147483672" r:id="rId18"/>
    <p:sldLayoutId id="2147483667" r:id="rId19"/>
    <p:sldLayoutId id="2147483670" r:id="rId20"/>
    <p:sldLayoutId id="2147483680" r:id="rId21"/>
    <p:sldLayoutId id="2147483669" r:id="rId22"/>
    <p:sldLayoutId id="2147483673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44000" indent="-144000" algn="l" defTabSz="914400" rtl="0" eaLnBrk="1" latinLnBrk="0" hangingPunct="1">
        <a:lnSpc>
          <a:spcPct val="95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0" indent="-144000" algn="l" defTabSz="914400" rtl="0" eaLnBrk="1" latinLnBrk="0" hangingPunct="1">
        <a:lnSpc>
          <a:spcPct val="95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76000" indent="-144000" algn="l" defTabSz="914400" rtl="0" eaLnBrk="1" latinLnBrk="0" hangingPunct="1">
        <a:lnSpc>
          <a:spcPct val="95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8">
          <p15:clr>
            <a:srgbClr val="F26B43"/>
          </p15:clr>
        </p15:guide>
        <p15:guide id="2" pos="73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887166"/>
      </p:ext>
    </p:extLst>
  </p:cSld>
  <p:clrMapOvr>
    <a:masterClrMapping/>
  </p:clrMapOvr>
</p:sld>
</file>

<file path=ppt/theme/theme1.xml><?xml version="1.0" encoding="utf-8"?>
<a:theme xmlns:a="http://schemas.openxmlformats.org/drawingml/2006/main" name="Place2Be">
  <a:themeElements>
    <a:clrScheme name="P2B">
      <a:dk1>
        <a:srgbClr val="484746"/>
      </a:dk1>
      <a:lt1>
        <a:srgbClr val="FFFFFF"/>
      </a:lt1>
      <a:dk2>
        <a:srgbClr val="484746"/>
      </a:dk2>
      <a:lt2>
        <a:srgbClr val="FFFFFF"/>
      </a:lt2>
      <a:accent1>
        <a:srgbClr val="126573"/>
      </a:accent1>
      <a:accent2>
        <a:srgbClr val="F7BFD5"/>
      </a:accent2>
      <a:accent3>
        <a:srgbClr val="AAD6E3"/>
      </a:accent3>
      <a:accent4>
        <a:srgbClr val="A197C5"/>
      </a:accent4>
      <a:accent5>
        <a:srgbClr val="E84E0F"/>
      </a:accent5>
      <a:accent6>
        <a:srgbClr val="A7C94A"/>
      </a:accent6>
      <a:hlink>
        <a:srgbClr val="126573"/>
      </a:hlink>
      <a:folHlink>
        <a:srgbClr val="AAD6E3"/>
      </a:folHlink>
    </a:clrScheme>
    <a:fontScheme name="Custom 1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lace2Be" id="{B9B6E45A-BF2C-43DD-9E56-5E280DC53E73}" vid="{DDF0406A-DB52-40C4-95E0-E96B2D2D6E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EE7B2A5EE2844CA3368EFB859D3AD3" ma:contentTypeVersion="" ma:contentTypeDescription="Create a new document." ma:contentTypeScope="" ma:versionID="ec30bdac6ba088a6f68bcb6e64813a76">
  <xsd:schema xmlns:xsd="http://www.w3.org/2001/XMLSchema" xmlns:xs="http://www.w3.org/2001/XMLSchema" xmlns:p="http://schemas.microsoft.com/office/2006/metadata/properties" xmlns:ns1="http://schemas.microsoft.com/sharepoint/v3" xmlns:ns2="9670b614-399d-49f4-b8cc-f509879c0def" xmlns:ns3="72f0c90f-588d-498f-836b-661b45edf76e" xmlns:ns4="80702035-83e4-4f4e-898a-6cc0c7e3ab77" targetNamespace="http://schemas.microsoft.com/office/2006/metadata/properties" ma:root="true" ma:fieldsID="171cfca72089b2158dc70f560c784ecb" ns1:_="" ns2:_="" ns3:_="" ns4:_="">
    <xsd:import namespace="http://schemas.microsoft.com/sharepoint/v3"/>
    <xsd:import namespace="9670b614-399d-49f4-b8cc-f509879c0def"/>
    <xsd:import namespace="72f0c90f-588d-498f-836b-661b45edf76e"/>
    <xsd:import namespace="80702035-83e4-4f4e-898a-6cc0c7e3ab77"/>
    <xsd:element name="properties">
      <xsd:complexType>
        <xsd:sequence>
          <xsd:element name="documentManagement">
            <xsd:complexType>
              <xsd:all>
                <xsd:element ref="ns1:AverageRating" minOccurs="0"/>
                <xsd:element ref="ns1:RatingCount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  <xsd:element ref="ns2:SharedWithUsers" minOccurs="0"/>
                <xsd:element ref="ns2:SharedWithDetails" minOccurs="0"/>
                <xsd:element ref="ns2:SharingHintHash" minOccurs="0"/>
                <xsd:element ref="ns3:PP_x0020_Tracked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4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8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9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RatedBy" ma:index="10" nillable="true" ma:displayName="Rated By" ma:description="Users rated the item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11" nillable="true" ma:displayName="User ratings" ma:description="User ratings for the item" ma:hidden="true" ma:internalName="Ratings">
      <xsd:simpleType>
        <xsd:restriction base="dms:Note"/>
      </xsd:simpleType>
    </xsd:element>
    <xsd:element name="LikesCount" ma:index="12" nillable="true" ma:displayName="Number of Likes" ma:internalName="LikesCount">
      <xsd:simpleType>
        <xsd:restriction base="dms:Unknown"/>
      </xsd:simpleType>
    </xsd:element>
    <xsd:element name="LikedBy" ma:index="13" nillable="true" ma:displayName="Liked By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70b614-399d-49f4-b8cc-f509879c0def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internalName="SharingHintHash" ma:readOnly="true">
      <xsd:simpleType>
        <xsd:restriction base="dms:Text"/>
      </xsd:simpleType>
    </xsd:element>
    <xsd:element name="LastSharedByUser" ma:index="18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9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f0c90f-588d-498f-836b-661b45edf76e" elementFormDefault="qualified">
    <xsd:import namespace="http://schemas.microsoft.com/office/2006/documentManagement/types"/>
    <xsd:import namespace="http://schemas.microsoft.com/office/infopath/2007/PartnerControls"/>
    <xsd:element name="PP_x0020_Tracked" ma:index="17" nillable="true" ma:displayName="PP Tracked" ma:default="0" ma:description="PP" ma:internalName="PP_x0020_Tracked">
      <xsd:simpleType>
        <xsd:restriction base="dms:Boolean"/>
      </xsd:simpleType>
    </xsd:element>
    <xsd:element name="MediaServiceMetadata" ma:index="2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2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22" nillable="true" ma:displayName="Tags" ma:internalName="MediaServiceAutoTags" ma:readOnly="true">
      <xsd:simpleType>
        <xsd:restriction base="dms:Text"/>
      </xsd:simpleType>
    </xsd:element>
    <xsd:element name="MediaServiceDateTaken" ma:index="2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9" nillable="true" ma:displayName="Location" ma:internalName="MediaServiceLocation" ma:readOnly="true">
      <xsd:simpleType>
        <xsd:restriction base="dms:Text"/>
      </xsd:simpleType>
    </xsd:element>
    <xsd:element name="MediaLengthInSeconds" ma:index="3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32" nillable="true" ma:taxonomy="true" ma:internalName="lcf76f155ced4ddcb4097134ff3c332f" ma:taxonomyFieldName="MediaServiceImageTags" ma:displayName="Image Tags" ma:readOnly="false" ma:fieldId="{5cf76f15-5ced-4ddc-b409-7134ff3c332f}" ma:taxonomyMulti="true" ma:sspId="b5400aad-a3f4-4bea-97d8-85ce61c1b3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3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702035-83e4-4f4e-898a-6cc0c7e3ab77" elementFormDefault="qualified">
    <xsd:import namespace="http://schemas.microsoft.com/office/2006/documentManagement/types"/>
    <xsd:import namespace="http://schemas.microsoft.com/office/infopath/2007/PartnerControls"/>
    <xsd:element name="TaxCatchAll" ma:index="33" nillable="true" ma:displayName="Taxonomy Catch All Column" ma:hidden="true" ma:list="{73041a45-58e0-4365-b532-a6b5112c4836}" ma:internalName="TaxCatchAll" ma:showField="CatchAllData" ma:web="80702035-83e4-4f4e-898a-6cc0c7e3ab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Ratings xmlns="http://schemas.microsoft.com/sharepoint/v3" xsi:nil="true"/>
    <LikedBy xmlns="http://schemas.microsoft.com/sharepoint/v3">
      <UserInfo>
        <DisplayName/>
        <AccountId xsi:nil="true"/>
        <AccountType/>
      </UserInfo>
    </LikedBy>
    <PP_x0020_Tracked xmlns="72f0c90f-588d-498f-836b-661b45edf76e">false</PP_x0020_Tracked>
    <RatedBy xmlns="http://schemas.microsoft.com/sharepoint/v3">
      <UserInfo>
        <DisplayName/>
        <AccountId xsi:nil="true"/>
        <AccountType/>
      </UserInfo>
    </RatedBy>
    <SharedWithUsers xmlns="9670b614-399d-49f4-b8cc-f509879c0def">
      <UserInfo>
        <DisplayName>Sarah Houghton</DisplayName>
        <AccountId>1926</AccountId>
        <AccountType/>
      </UserInfo>
      <UserInfo>
        <DisplayName>Lisa Williams</DisplayName>
        <AccountId>9061</AccountId>
        <AccountType/>
      </UserInfo>
      <UserInfo>
        <DisplayName>Judie Millward</DisplayName>
        <AccountId>18281</AccountId>
        <AccountType/>
      </UserInfo>
      <UserInfo>
        <DisplayName>Nikhil Naag</DisplayName>
        <AccountId>112</AccountId>
        <AccountType/>
      </UserInfo>
      <UserInfo>
        <DisplayName>Amy Capel</DisplayName>
        <AccountId>17337</AccountId>
        <AccountType/>
      </UserInfo>
      <UserInfo>
        <DisplayName>Sarah Golden</DisplayName>
        <AccountId>114</AccountId>
        <AccountType/>
      </UserInfo>
      <UserInfo>
        <DisplayName>Paul Lucia</DisplayName>
        <AccountId>489</AccountId>
        <AccountType/>
      </UserInfo>
    </SharedWithUsers>
    <lcf76f155ced4ddcb4097134ff3c332f xmlns="72f0c90f-588d-498f-836b-661b45edf76e">
      <Terms xmlns="http://schemas.microsoft.com/office/infopath/2007/PartnerControls"/>
    </lcf76f155ced4ddcb4097134ff3c332f>
    <TaxCatchAll xmlns="80702035-83e4-4f4e-898a-6cc0c7e3ab7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7FE143-C847-40AE-9B19-B77E7EC066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670b614-399d-49f4-b8cc-f509879c0def"/>
    <ds:schemaRef ds:uri="72f0c90f-588d-498f-836b-661b45edf76e"/>
    <ds:schemaRef ds:uri="80702035-83e4-4f4e-898a-6cc0c7e3ab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615D07-46FF-40FF-8344-9313F5D7AF97}">
  <ds:schemaRefs>
    <ds:schemaRef ds:uri="72f0c90f-588d-498f-836b-661b45edf76e"/>
    <ds:schemaRef ds:uri="80702035-83e4-4f4e-898a-6cc0c7e3ab77"/>
    <ds:schemaRef ds:uri="9670b614-399d-49f4-b8cc-f509879c0de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3908CF4-6A25-4939-882C-9A6C8630A54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Place2Be</Template>
  <TotalTime>4239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Place2Be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Becky Salter</dc:creator>
  <cp:lastModifiedBy>Tahmid Islam</cp:lastModifiedBy>
  <cp:revision>4</cp:revision>
  <dcterms:created xsi:type="dcterms:W3CDTF">2021-02-10T09:34:01Z</dcterms:created>
  <dcterms:modified xsi:type="dcterms:W3CDTF">2024-06-19T16:41:14Z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0x01010095EE7B2A5EE2844CA3368EFB859D3AD3</vt:lpwstr>
  </property>
  <property fmtid="{D5CDD505-2E9C-101B-9397-08002B2CF9AE}" pid="3" name="MediaServiceImageTags">
    <vt:lpwstr/>
  </property>
</Properties>
</file>