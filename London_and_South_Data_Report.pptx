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London and South Data Request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and Evaluation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provides a comprehensive analysis of data from the London and South regions, focusing on key metrics and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 overview slide provides a summary of the key data points collected from various sources across the London and South regions.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Chart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